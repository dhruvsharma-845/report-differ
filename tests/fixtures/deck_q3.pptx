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2025 Business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by: Carol Davis</a:t>
            </a:r>
          </a:p>
          <a:p>
            <a:r>
              <a:t>Period: Q3 2025 (Jul–Sep)</a:t>
            </a:r>
          </a:p>
          <a:p>
            <a:r>
              <a:t>Total Revenue: $4.2M</a:t>
            </a:r>
          </a:p>
          <a:p>
            <a:r>
              <a:t>Operating Margin: 18.5%</a:t>
            </a:r>
          </a:p>
          <a:p>
            <a:r>
              <a:t>Headcount: 342</a:t>
            </a:r>
          </a:p>
          <a:p>
            <a:r>
              <a:t>Customer NPS: 72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Headcount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Asia-Pacific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$0.6M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Latin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Acquisition Cost: $145</a:t>
            </a:r>
          </a:p>
          <a:p>
            <a:r>
              <a:t>Lifetime Value: $2,800</a:t>
            </a:r>
          </a:p>
          <a:p>
            <a:r>
              <a:t>LTV/CAC Ratio: 19.3:1</a:t>
            </a:r>
          </a:p>
          <a:p>
            <a:r>
              <a:t>Monthly Churn Rate: 1.2%</a:t>
            </a:r>
          </a:p>
          <a:p>
            <a:r>
              <a:t>ARR: $16.8M</a:t>
            </a:r>
          </a:p>
          <a:p>
            <a:r>
              <a:t>Burn Rate: $380K/month</a:t>
            </a:r>
          </a:p>
          <a:p>
            <a:r>
              <a:t>Runway: 18 months</a:t>
            </a:r>
          </a:p>
          <a:p>
            <a:r>
              <a:t>Contact: carol@corp.com | 555-234-5678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